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F50DC0-8AEA-449A-A86D-B07B8FF9EC72}">
          <p14:sldIdLst>
            <p14:sldId id="298"/>
          </p14:sldIdLst>
        </p14:section>
        <p14:section name="Untitled Section" id="{FC7F7089-21D0-479D-8E64-2E0C0923A028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-Pankaj-Yadav/ApexPlanet-Software-Pvt.-Ltd.-Internship-Tasks.git" TargetMode="Externa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Data Analytics Internship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3" y="4638352"/>
            <a:ext cx="4040090" cy="1761473"/>
          </a:xfrm>
          <a:solidFill>
            <a:schemeClr val="bg1">
              <a:lumMod val="85000"/>
              <a:lumOff val="15000"/>
            </a:schemeClr>
          </a:solidFill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Content: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ApexPlanet</a:t>
            </a:r>
            <a:r>
              <a:rPr lang="en-US" sz="1600" dirty="0"/>
              <a:t> Software Pvt. 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Ltd.Pankaj</a:t>
            </a:r>
            <a:r>
              <a:rPr lang="en-US" sz="1600" dirty="0"/>
              <a:t> Yadav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Intern</a:t>
            </a:r>
            <a:r>
              <a:rPr lang="en-US" sz="1600" dirty="0"/>
              <a:t> – Data Analytics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B5F9B-7681-D7E6-19FF-208C1998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C22E6-18A3-058E-E111-D84035EF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About Me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7CE6DF0-38B3-5077-731C-7A391F6FB85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05883967"/>
              </p:ext>
            </p:extLst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5BF83-3F8A-D621-66E4-961E7343C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8"/>
            <a:ext cx="10058400" cy="2128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My name is Pankaj Yadav, and I am interested in Data Analytics.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 like exploring data and finding patterns from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 am developing skills in analysis and visualisation.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This internship gave me practical exposure to real data work.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40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73C29-F0FB-D9B2-E564-08FACC5F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76D8-567D-CBB9-A023-3CBAD10A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Internship Summary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FF5C3CC-3992-150F-F932-CCE0C77E38A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CE558-D9A4-103F-98B9-BE1D3184E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8"/>
            <a:ext cx="10058400" cy="2128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Successfully completed a Data Analytics internship.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Worked with datasets to understand business problems.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Applied different techniques to clean and </a:t>
            </a:r>
            <a:r>
              <a:rPr lang="en-GB" dirty="0" err="1"/>
              <a:t>analyze</a:t>
            </a:r>
            <a:r>
              <a:rPr lang="en-GB" dirty="0"/>
              <a:t> data.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Used tools like Excel, SQL, Power BI, and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11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8F76E-5293-8E1A-88D9-D783AC77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EFB4-9795-244C-07F0-07F5149B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Task 1 – Data Preparation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BE9B1E-F5C1-C450-08E0-04BA44B035B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D7C1-AE81-0B74-6CBC-A1B408C92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8"/>
            <a:ext cx="10058400" cy="2128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Organized raw data for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Removed errors and inconsistencies.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Dealt with missing values carefully.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Made data ready for further processing.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85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A8E15-56A2-2DE7-384B-D31E3915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3005E-62D2-618F-D7B2-0AA068A2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Task 2 – Data Exploration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B9BB88F-91E8-8390-4C5B-E1D9192031D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454A-BC56-C6F3-2E0F-67EE04676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8"/>
            <a:ext cx="10058400" cy="2128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Studied the dataset to identify trends.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Used charts to understand patterns clearly.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Compared different variables.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Extracted useful insights from the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93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C4ACA-E3EF-5EB6-8C88-7B21773B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7BFD-B65B-84F3-B9BC-6B75E70D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Task 3 – SQL Analysis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B2FD9E2-2406-8AF9-F82A-93F335C7B8E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F0784-3DF2-A9DE-2465-EC75ACFE7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8"/>
            <a:ext cx="10058400" cy="2128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Queried data using SQL commands.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Used GROUP BY, WHERE, and JOIN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Summarized large data into meaningful results.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Improved database handling skills.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44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4C6D4-9BD8-873A-8F67-3451E377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A4FF-9D71-E356-CF97-40B8A665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Task 4 – Complete Project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638F5F-5F73-2E89-EFCA-CA15AA5114E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DA78-47E1-4A56-534A-43A9B6E16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8"/>
            <a:ext cx="10058400" cy="2128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Developed a full analytics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</a:t>
            </a:r>
            <a:r>
              <a:rPr lang="en-GB" dirty="0" err="1"/>
              <a:t>Analyzed</a:t>
            </a:r>
            <a:r>
              <a:rPr lang="en-GB" dirty="0"/>
              <a:t> performance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Designed a dashboard for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Helped in understanding business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05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C427D-8A6E-B71B-3CD7-476902C3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359-C0E3-0323-D112-83A52FEE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Skills Gained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7BDE6FD-30B7-CD6E-1AF6-3E5CF394A23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06FF5-4E7B-61BC-26A9-273C3A1E6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7"/>
            <a:ext cx="10058400" cy="27003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Data preprocessing and cleaning.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Visualization and reporting.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SQL querying 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Analytical thinking.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Practical project experience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15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C7C69-11E8-7BF9-E864-72DFF7C2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5756-D2C3-B4C8-891A-498571E1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Problems &amp; Solutions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FAFBD48-A145-AEBE-6ABA-0B3F6EAF706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5AE0-DBC9-7D96-6AF9-1BBCB82C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7"/>
            <a:ext cx="10058400" cy="27003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Faced challenges with unstructured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Initially struggled with complex queries.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Solved issues by practicing and learning step-by-step.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Improved efficiency over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69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631F4-514C-8039-C875-C78C1B8A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290F-32C5-5826-4552-F98B3610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Final Thoughts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280E97C-B033-2B94-3559-7E5DD37F1B1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A61A2-5E92-D15C-A331-CE142AA99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7"/>
            <a:ext cx="10058400" cy="27003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This internship improved my technical knowledge.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Gained confidence in handling real datasets.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Learned industry-relevant tools.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Ready to take on new challenges.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43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3AD80-0EFE-6C93-C149-54F6FD26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7DC1-B0FE-D6AC-6C43-3E2F05F6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Thank You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7F2503-0396-B8C2-5C17-11353FBB39D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2" y="2120900"/>
          <a:ext cx="10058400" cy="66788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1" cap="all" spc="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Content: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9F11-364B-D991-5BC6-1AE35DA75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62" y="3043237"/>
            <a:ext cx="10058400" cy="27003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Thank you for your attention.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Portfolio Link: </a:t>
            </a:r>
            <a:r>
              <a:rPr lang="en-GB" dirty="0">
                <a:hlinkClick r:id="rId3"/>
              </a:rPr>
              <a:t>https://github.com/JE-Pankaj-Yadav/ApexPlanet-Software-Pvt.-Ltd.-Internship-Tasks.git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7999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7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8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9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0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{50B4820A-843E-47F8-A772-845FDEDE8295}TFb63a7776-4452-49b2-8055-21efce632b726e3c8758_win32-7d1db0309ca7</Template>
  <TotalTime>36</TotalTime>
  <Words>378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Bookman Old Style</vt:lpstr>
      <vt:lpstr>Calibri</vt:lpstr>
      <vt:lpstr>Franklin Gothic Book</vt:lpstr>
      <vt:lpstr>Wingdings</vt:lpstr>
      <vt:lpstr>Custom</vt:lpstr>
      <vt:lpstr>Data Analytics Internship Report</vt:lpstr>
      <vt:lpstr>About Me </vt:lpstr>
      <vt:lpstr>Internship Summary</vt:lpstr>
      <vt:lpstr> Task 1 – Data Preparation</vt:lpstr>
      <vt:lpstr> Task 2 – Data Exploration</vt:lpstr>
      <vt:lpstr> Task 3 – SQL Analysis</vt:lpstr>
      <vt:lpstr> Task 4 – Complete Project</vt:lpstr>
      <vt:lpstr> Skills Gained</vt:lpstr>
      <vt:lpstr> Problems &amp; Solutions</vt:lpstr>
      <vt:lpstr> Final Thoughts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Pankaj Yadav</dc:creator>
  <cp:lastModifiedBy>Pankaj Yadav</cp:lastModifiedBy>
  <cp:revision>1</cp:revision>
  <dcterms:created xsi:type="dcterms:W3CDTF">2026-03-17T16:22:26Z</dcterms:created>
  <dcterms:modified xsi:type="dcterms:W3CDTF">2026-03-17T16:58:28Z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